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0" r:id="rId6"/>
    <p:sldId id="262" r:id="rId7"/>
    <p:sldId id="259" r:id="rId8"/>
    <p:sldId id="261" r:id="rId9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5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56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29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07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080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78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10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42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09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7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46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63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56338-FA65-1E4A-BA96-DA0DBA251E31}" type="datetimeFigureOut">
              <a:rPr lang="fr-FR" smtClean="0"/>
              <a:t>08/06/15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C18B1-DCA4-754C-B3A8-FA8ED0AB72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249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3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necteur droit 14"/>
          <p:cNvCxnSpPr>
            <a:endCxn id="9" idx="1"/>
          </p:cNvCxnSpPr>
          <p:nvPr/>
        </p:nvCxnSpPr>
        <p:spPr>
          <a:xfrm>
            <a:off x="755650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9" idx="3"/>
          </p:cNvCxnSpPr>
          <p:nvPr/>
        </p:nvCxnSpPr>
        <p:spPr>
          <a:xfrm>
            <a:off x="3203575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3" idx="1"/>
          </p:cNvCxnSpPr>
          <p:nvPr/>
        </p:nvCxnSpPr>
        <p:spPr>
          <a:xfrm flipH="1">
            <a:off x="755650" y="2420938"/>
            <a:ext cx="936625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692275" y="2133600"/>
            <a:ext cx="1295400" cy="5746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7813" y="3683000"/>
            <a:ext cx="1655762" cy="7429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Environment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755650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3995738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>
            <a:endCxn id="3" idx="3"/>
          </p:cNvCxnSpPr>
          <p:nvPr/>
        </p:nvCxnSpPr>
        <p:spPr>
          <a:xfrm flipH="1">
            <a:off x="2987675" y="2420938"/>
            <a:ext cx="10080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ZoneTexte 30"/>
          <p:cNvSpPr txBox="1">
            <a:spLocks noChangeArrowheads="1"/>
          </p:cNvSpPr>
          <p:nvPr/>
        </p:nvSpPr>
        <p:spPr bwMode="auto">
          <a:xfrm>
            <a:off x="755576" y="2916232"/>
            <a:ext cx="641021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Input </a:t>
            </a:r>
          </a:p>
          <a:p>
            <a:pPr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data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5372" name="ZoneTexte 47"/>
          <p:cNvSpPr txBox="1">
            <a:spLocks noChangeArrowheads="1"/>
          </p:cNvSpPr>
          <p:nvPr/>
        </p:nvSpPr>
        <p:spPr bwMode="auto">
          <a:xfrm>
            <a:off x="3203575" y="2916232"/>
            <a:ext cx="80062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Output</a:t>
            </a:r>
          </a:p>
          <a:p>
            <a:pPr algn="r"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data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3" name="Triangle isocèle 12"/>
          <p:cNvSpPr/>
          <p:nvPr/>
        </p:nvSpPr>
        <p:spPr>
          <a:xfrm rot="16200000">
            <a:off x="3178448" y="3886448"/>
            <a:ext cx="411163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3" name="Triangle isocèle 32"/>
          <p:cNvSpPr/>
          <p:nvPr/>
        </p:nvSpPr>
        <p:spPr>
          <a:xfrm rot="5400000">
            <a:off x="1306240" y="2230264"/>
            <a:ext cx="411163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8008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necteur droit 14"/>
          <p:cNvCxnSpPr>
            <a:endCxn id="9" idx="1"/>
          </p:cNvCxnSpPr>
          <p:nvPr/>
        </p:nvCxnSpPr>
        <p:spPr>
          <a:xfrm>
            <a:off x="755650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9" idx="3"/>
          </p:cNvCxnSpPr>
          <p:nvPr/>
        </p:nvCxnSpPr>
        <p:spPr>
          <a:xfrm>
            <a:off x="3203575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3" idx="1"/>
          </p:cNvCxnSpPr>
          <p:nvPr/>
        </p:nvCxnSpPr>
        <p:spPr>
          <a:xfrm flipH="1">
            <a:off x="755650" y="2420938"/>
            <a:ext cx="936625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692275" y="2133600"/>
            <a:ext cx="1295400" cy="5746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7813" y="3683000"/>
            <a:ext cx="1655762" cy="7429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Environment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755650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3995738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>
            <a:endCxn id="3" idx="3"/>
          </p:cNvCxnSpPr>
          <p:nvPr/>
        </p:nvCxnSpPr>
        <p:spPr>
          <a:xfrm flipH="1">
            <a:off x="2987675" y="2420938"/>
            <a:ext cx="10080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ZoneTexte 30"/>
          <p:cNvSpPr txBox="1">
            <a:spLocks noChangeArrowheads="1"/>
          </p:cNvSpPr>
          <p:nvPr/>
        </p:nvSpPr>
        <p:spPr bwMode="auto">
          <a:xfrm>
            <a:off x="755576" y="2916232"/>
            <a:ext cx="12909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Observation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5372" name="ZoneTexte 47"/>
          <p:cNvSpPr txBox="1">
            <a:spLocks noChangeArrowheads="1"/>
          </p:cNvSpPr>
          <p:nvPr/>
        </p:nvSpPr>
        <p:spPr bwMode="auto">
          <a:xfrm>
            <a:off x="3249261" y="2916232"/>
            <a:ext cx="7549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Action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3" name="Triangle isocèle 12"/>
          <p:cNvSpPr/>
          <p:nvPr/>
        </p:nvSpPr>
        <p:spPr>
          <a:xfrm rot="16200000">
            <a:off x="3178448" y="3886448"/>
            <a:ext cx="411163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3" name="Triangle isocèle 32"/>
          <p:cNvSpPr/>
          <p:nvPr/>
        </p:nvSpPr>
        <p:spPr>
          <a:xfrm rot="5400000">
            <a:off x="1306240" y="2230264"/>
            <a:ext cx="411163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4264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/>
          <p:cNvSpPr/>
          <p:nvPr/>
        </p:nvSpPr>
        <p:spPr>
          <a:xfrm>
            <a:off x="1393825" y="3916363"/>
            <a:ext cx="298450" cy="2873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Connecteur droit 14"/>
          <p:cNvCxnSpPr>
            <a:endCxn id="9" idx="1"/>
          </p:cNvCxnSpPr>
          <p:nvPr/>
        </p:nvCxnSpPr>
        <p:spPr>
          <a:xfrm>
            <a:off x="755650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9" idx="3"/>
          </p:cNvCxnSpPr>
          <p:nvPr/>
        </p:nvCxnSpPr>
        <p:spPr>
          <a:xfrm>
            <a:off x="3203575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3" idx="1"/>
          </p:cNvCxnSpPr>
          <p:nvPr/>
        </p:nvCxnSpPr>
        <p:spPr>
          <a:xfrm flipH="1">
            <a:off x="755656" y="2420888"/>
            <a:ext cx="647992" cy="5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403648" y="2060848"/>
            <a:ext cx="1944217" cy="720080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Agent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 smtClean="0">
                <a:solidFill>
                  <a:schemeClr val="tx1"/>
                </a:solidFill>
              </a:rPr>
              <a:t>Semantic rules</a:t>
            </a:r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47813" y="3683000"/>
            <a:ext cx="1655762" cy="742950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Environment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755650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3995738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>
            <a:endCxn id="3" idx="3"/>
          </p:cNvCxnSpPr>
          <p:nvPr/>
        </p:nvCxnSpPr>
        <p:spPr>
          <a:xfrm flipH="1" flipV="1">
            <a:off x="3347865" y="2420888"/>
            <a:ext cx="647876" cy="5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ZoneTexte 30"/>
          <p:cNvSpPr txBox="1">
            <a:spLocks noChangeArrowheads="1"/>
          </p:cNvSpPr>
          <p:nvPr/>
        </p:nvSpPr>
        <p:spPr bwMode="auto">
          <a:xfrm>
            <a:off x="750824" y="3018438"/>
            <a:ext cx="8688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Symbol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5372" name="ZoneTexte 47"/>
          <p:cNvSpPr txBox="1">
            <a:spLocks noChangeArrowheads="1"/>
          </p:cNvSpPr>
          <p:nvPr/>
        </p:nvSpPr>
        <p:spPr bwMode="auto">
          <a:xfrm>
            <a:off x="3240286" y="2996952"/>
            <a:ext cx="7556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Action</a:t>
            </a:r>
          </a:p>
        </p:txBody>
      </p:sp>
      <p:sp>
        <p:nvSpPr>
          <p:cNvPr id="13" name="Triangle isocèle 12"/>
          <p:cNvSpPr/>
          <p:nvPr/>
        </p:nvSpPr>
        <p:spPr>
          <a:xfrm rot="16200000">
            <a:off x="3178175" y="3863975"/>
            <a:ext cx="411163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4677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/>
          <p:cNvSpPr/>
          <p:nvPr/>
        </p:nvSpPr>
        <p:spPr>
          <a:xfrm>
            <a:off x="1393825" y="4071938"/>
            <a:ext cx="298450" cy="2873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Connecteur droit 14"/>
          <p:cNvCxnSpPr>
            <a:endCxn id="9" idx="1"/>
          </p:cNvCxnSpPr>
          <p:nvPr/>
        </p:nvCxnSpPr>
        <p:spPr>
          <a:xfrm>
            <a:off x="684213" y="4221163"/>
            <a:ext cx="863600" cy="11112"/>
          </a:xfrm>
          <a:prstGeom prst="line">
            <a:avLst/>
          </a:prstGeom>
          <a:ln>
            <a:solidFill>
              <a:schemeClr val="tx1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9" idx="3"/>
          </p:cNvCxnSpPr>
          <p:nvPr/>
        </p:nvCxnSpPr>
        <p:spPr>
          <a:xfrm>
            <a:off x="3203575" y="423227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3" idx="1"/>
          </p:cNvCxnSpPr>
          <p:nvPr/>
        </p:nvCxnSpPr>
        <p:spPr>
          <a:xfrm flipH="1">
            <a:off x="684213" y="2420938"/>
            <a:ext cx="1008062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692275" y="2133600"/>
            <a:ext cx="1366838" cy="574675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7813" y="3860800"/>
            <a:ext cx="1655762" cy="742950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Environment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 err="1" smtClean="0">
                <a:solidFill>
                  <a:schemeClr val="tx1"/>
                </a:solidFill>
              </a:rPr>
              <a:t>s</a:t>
            </a:r>
            <a:r>
              <a:rPr lang="en-US" sz="2000" baseline="-25000" dirty="0" err="1" smtClean="0">
                <a:solidFill>
                  <a:schemeClr val="tx1"/>
                </a:solidFill>
              </a:rPr>
              <a:t>t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20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684213" y="2420938"/>
            <a:ext cx="0" cy="178911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3995738" y="2420938"/>
            <a:ext cx="0" cy="18002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>
            <a:endCxn id="3" idx="3"/>
          </p:cNvCxnSpPr>
          <p:nvPr/>
        </p:nvCxnSpPr>
        <p:spPr>
          <a:xfrm flipH="1">
            <a:off x="3059113" y="2420938"/>
            <a:ext cx="936625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95" name="ZoneTexte 30"/>
          <p:cNvSpPr txBox="1">
            <a:spLocks noChangeArrowheads="1"/>
          </p:cNvSpPr>
          <p:nvPr/>
        </p:nvSpPr>
        <p:spPr bwMode="auto">
          <a:xfrm>
            <a:off x="395288" y="2060575"/>
            <a:ext cx="1290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Observation</a:t>
            </a:r>
          </a:p>
        </p:txBody>
      </p:sp>
      <p:sp>
        <p:nvSpPr>
          <p:cNvPr id="16396" name="ZoneTexte 47"/>
          <p:cNvSpPr txBox="1">
            <a:spLocks noChangeArrowheads="1"/>
          </p:cNvSpPr>
          <p:nvPr/>
        </p:nvSpPr>
        <p:spPr bwMode="auto">
          <a:xfrm>
            <a:off x="3059113" y="2060575"/>
            <a:ext cx="7556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Action</a:t>
            </a:r>
          </a:p>
        </p:txBody>
      </p:sp>
      <p:sp>
        <p:nvSpPr>
          <p:cNvPr id="16397" name="ZoneTexte 55"/>
          <p:cNvSpPr txBox="1">
            <a:spLocks noChangeArrowheads="1"/>
          </p:cNvSpPr>
          <p:nvPr/>
        </p:nvSpPr>
        <p:spPr bwMode="auto">
          <a:xfrm>
            <a:off x="827088" y="2420938"/>
            <a:ext cx="8273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o</a:t>
            </a:r>
            <a:r>
              <a:rPr lang="en-US" sz="16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</a:t>
            </a:r>
          </a:p>
        </p:txBody>
      </p:sp>
      <p:sp>
        <p:nvSpPr>
          <p:cNvPr id="16398" name="ZoneTexte 56"/>
          <p:cNvSpPr txBox="1">
            <a:spLocks noChangeArrowheads="1"/>
          </p:cNvSpPr>
          <p:nvPr/>
        </p:nvSpPr>
        <p:spPr bwMode="auto">
          <a:xfrm>
            <a:off x="3132138" y="2420938"/>
            <a:ext cx="7970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a</a:t>
            </a:r>
            <a:r>
              <a:rPr lang="en-US" sz="1600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</a:t>
            </a:r>
          </a:p>
        </p:txBody>
      </p:sp>
      <p:sp>
        <p:nvSpPr>
          <p:cNvPr id="13" name="Triangle isocèle 12"/>
          <p:cNvSpPr/>
          <p:nvPr/>
        </p:nvSpPr>
        <p:spPr>
          <a:xfrm rot="16200000">
            <a:off x="3178176" y="4030662"/>
            <a:ext cx="411162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33" name="Connecteur droit 32"/>
          <p:cNvCxnSpPr>
            <a:stCxn id="3" idx="2"/>
            <a:endCxn id="9" idx="0"/>
          </p:cNvCxnSpPr>
          <p:nvPr/>
        </p:nvCxnSpPr>
        <p:spPr>
          <a:xfrm flipH="1">
            <a:off x="2374900" y="2708275"/>
            <a:ext cx="1588" cy="1152525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58975" y="3213100"/>
            <a:ext cx="884833" cy="398463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tx1"/>
                </a:solidFill>
              </a:rPr>
              <a:t>r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i="1" dirty="0" err="1" smtClean="0">
                <a:solidFill>
                  <a:schemeClr val="tx1"/>
                </a:solidFill>
              </a:rPr>
              <a:t>s</a:t>
            </a:r>
            <a:r>
              <a:rPr lang="en-US" sz="2000" baseline="-25000" dirty="0" err="1" smtClean="0">
                <a:solidFill>
                  <a:schemeClr val="tx1"/>
                </a:solidFill>
              </a:rPr>
              <a:t>t</a:t>
            </a:r>
            <a:r>
              <a:rPr lang="en-US" sz="2000" dirty="0" smtClean="0">
                <a:solidFill>
                  <a:schemeClr val="tx1"/>
                </a:solidFill>
              </a:rPr>
              <a:t>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4" name="Triangle isocèle 43"/>
          <p:cNvSpPr/>
          <p:nvPr/>
        </p:nvSpPr>
        <p:spPr>
          <a:xfrm>
            <a:off x="2195513" y="2708275"/>
            <a:ext cx="336550" cy="263525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5" name="ZoneTexte 55"/>
          <p:cNvSpPr txBox="1">
            <a:spLocks noChangeArrowheads="1"/>
          </p:cNvSpPr>
          <p:nvPr/>
        </p:nvSpPr>
        <p:spPr bwMode="auto">
          <a:xfrm>
            <a:off x="683568" y="3162871"/>
            <a:ext cx="9809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o</a:t>
            </a:r>
            <a:r>
              <a:rPr lang="en-US" sz="16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= </a:t>
            </a:r>
            <a:r>
              <a:rPr lang="en-US" sz="16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f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(</a:t>
            </a:r>
            <a:r>
              <a:rPr lang="en-US" sz="16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)</a:t>
            </a:r>
          </a:p>
          <a:p>
            <a:pPr eaLnBrk="1" hangingPunct="1"/>
            <a:r>
              <a:rPr lang="en-US" sz="1600" i="1" dirty="0" err="1" smtClean="0">
                <a:solidFill>
                  <a:schemeClr val="tx1"/>
                </a:solidFill>
              </a:rPr>
              <a:t>r</a:t>
            </a:r>
            <a:r>
              <a:rPr lang="en-US" sz="1600" baseline="-25000" dirty="0" err="1" smtClean="0">
                <a:solidFill>
                  <a:schemeClr val="tx1"/>
                </a:solidFill>
              </a:rPr>
              <a:t>t</a:t>
            </a:r>
            <a:r>
              <a:rPr lang="en-US" sz="1600" i="1" dirty="0" smtClean="0">
                <a:solidFill>
                  <a:schemeClr val="tx1"/>
                </a:solidFill>
              </a:rPr>
              <a:t> = r </a:t>
            </a:r>
            <a:r>
              <a:rPr lang="en-US" sz="1600" dirty="0" smtClean="0">
                <a:solidFill>
                  <a:schemeClr val="tx1"/>
                </a:solidFill>
              </a:rPr>
              <a:t>(</a:t>
            </a:r>
            <a:r>
              <a:rPr lang="en-US" sz="1600" i="1" dirty="0" err="1" smtClean="0">
                <a:solidFill>
                  <a:schemeClr val="tx1"/>
                </a:solidFill>
              </a:rPr>
              <a:t>s</a:t>
            </a:r>
            <a:r>
              <a:rPr lang="en-US" sz="1600" baseline="-25000" dirty="0" err="1" smtClean="0">
                <a:solidFill>
                  <a:schemeClr val="tx1"/>
                </a:solidFill>
              </a:rPr>
              <a:t>t</a:t>
            </a:r>
            <a:r>
              <a:rPr lang="en-US" sz="1600" dirty="0" smtClean="0">
                <a:solidFill>
                  <a:schemeClr val="tx1"/>
                </a:solidFill>
              </a:rPr>
              <a:t>)</a:t>
            </a:r>
            <a:endParaRPr lang="en-US" sz="1600" dirty="0" smtClean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  <a:sym typeface="Symbol" charset="0"/>
            </a:endParaRPr>
          </a:p>
          <a:p>
            <a:pPr eaLnBrk="1" hangingPunct="1"/>
            <a:endParaRPr lang="en-US" sz="1600" i="1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44759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/>
          <p:cNvSpPr/>
          <p:nvPr/>
        </p:nvSpPr>
        <p:spPr>
          <a:xfrm>
            <a:off x="1393825" y="4071938"/>
            <a:ext cx="298450" cy="2873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Connecteur droit 14"/>
          <p:cNvCxnSpPr>
            <a:endCxn id="9" idx="1"/>
          </p:cNvCxnSpPr>
          <p:nvPr/>
        </p:nvCxnSpPr>
        <p:spPr>
          <a:xfrm>
            <a:off x="684213" y="4221163"/>
            <a:ext cx="863600" cy="11112"/>
          </a:xfrm>
          <a:prstGeom prst="line">
            <a:avLst/>
          </a:prstGeom>
          <a:ln>
            <a:solidFill>
              <a:schemeClr val="tx1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9" idx="3"/>
          </p:cNvCxnSpPr>
          <p:nvPr/>
        </p:nvCxnSpPr>
        <p:spPr>
          <a:xfrm>
            <a:off x="3203575" y="423227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3" idx="1"/>
          </p:cNvCxnSpPr>
          <p:nvPr/>
        </p:nvCxnSpPr>
        <p:spPr>
          <a:xfrm flipH="1">
            <a:off x="684213" y="2420938"/>
            <a:ext cx="1008062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692275" y="2133600"/>
            <a:ext cx="1366838" cy="574675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7813" y="3860800"/>
            <a:ext cx="1655762" cy="742950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Environment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 err="1" smtClean="0">
                <a:solidFill>
                  <a:schemeClr val="tx1"/>
                </a:solidFill>
              </a:rPr>
              <a:t>s</a:t>
            </a:r>
            <a:r>
              <a:rPr lang="en-US" sz="2000" baseline="-25000" dirty="0" err="1" smtClean="0">
                <a:solidFill>
                  <a:schemeClr val="tx1"/>
                </a:solidFill>
              </a:rPr>
              <a:t>t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20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684213" y="2420938"/>
            <a:ext cx="0" cy="178911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3995738" y="2420938"/>
            <a:ext cx="0" cy="18002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>
            <a:endCxn id="3" idx="3"/>
          </p:cNvCxnSpPr>
          <p:nvPr/>
        </p:nvCxnSpPr>
        <p:spPr>
          <a:xfrm flipH="1">
            <a:off x="3059113" y="2420938"/>
            <a:ext cx="936625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96" name="ZoneTexte 47"/>
          <p:cNvSpPr txBox="1">
            <a:spLocks noChangeArrowheads="1"/>
          </p:cNvSpPr>
          <p:nvPr/>
        </p:nvSpPr>
        <p:spPr bwMode="auto">
          <a:xfrm>
            <a:off x="3168278" y="2874099"/>
            <a:ext cx="7556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Action</a:t>
            </a:r>
          </a:p>
        </p:txBody>
      </p:sp>
      <p:sp>
        <p:nvSpPr>
          <p:cNvPr id="16398" name="ZoneTexte 56"/>
          <p:cNvSpPr txBox="1">
            <a:spLocks noChangeArrowheads="1"/>
          </p:cNvSpPr>
          <p:nvPr/>
        </p:nvSpPr>
        <p:spPr bwMode="auto">
          <a:xfrm>
            <a:off x="3132138" y="3234462"/>
            <a:ext cx="7970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a</a:t>
            </a:r>
            <a:r>
              <a:rPr lang="en-US" sz="1600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</a:t>
            </a:r>
          </a:p>
        </p:txBody>
      </p:sp>
      <p:sp>
        <p:nvSpPr>
          <p:cNvPr id="13" name="Triangle isocèle 12"/>
          <p:cNvSpPr/>
          <p:nvPr/>
        </p:nvSpPr>
        <p:spPr>
          <a:xfrm rot="16200000">
            <a:off x="3178176" y="4030662"/>
            <a:ext cx="411162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ZoneTexte 55"/>
          <p:cNvSpPr txBox="1">
            <a:spLocks noChangeArrowheads="1"/>
          </p:cNvSpPr>
          <p:nvPr/>
        </p:nvSpPr>
        <p:spPr bwMode="auto">
          <a:xfrm>
            <a:off x="683568" y="2708920"/>
            <a:ext cx="140081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Observation</a:t>
            </a:r>
          </a:p>
          <a:p>
            <a:pPr eaLnBrk="1" hangingPunct="1"/>
            <a:r>
              <a:rPr lang="en-US" sz="16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o</a:t>
            </a:r>
            <a:r>
              <a:rPr lang="en-US" sz="16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= </a:t>
            </a:r>
            <a:r>
              <a:rPr lang="en-US" sz="16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f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(</a:t>
            </a:r>
            <a:r>
              <a:rPr lang="en-US" sz="16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) 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O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</a:p>
          <a:p>
            <a:pPr eaLnBrk="1" hangingPunct="1"/>
            <a:r>
              <a:rPr lang="en-US" sz="1600" dirty="0" smtClean="0">
                <a:solidFill>
                  <a:schemeClr val="tx1"/>
                </a:solidFill>
                <a:latin typeface="Arial"/>
                <a:cs typeface="Arial"/>
              </a:rPr>
              <a:t>Reward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pPr eaLnBrk="1" hangingPunct="1"/>
            <a:r>
              <a:rPr lang="en-US" sz="1600" i="1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en-US" sz="1600" baseline="-25000" dirty="0" err="1" smtClean="0">
                <a:solidFill>
                  <a:schemeClr val="tx1"/>
                </a:solidFill>
                <a:latin typeface="Arial"/>
                <a:cs typeface="Arial"/>
              </a:rPr>
              <a:t>t</a:t>
            </a:r>
            <a:r>
              <a:rPr lang="en-US" sz="1600" i="1" dirty="0" smtClean="0">
                <a:solidFill>
                  <a:schemeClr val="tx1"/>
                </a:solidFill>
                <a:latin typeface="Arial"/>
                <a:cs typeface="Arial"/>
              </a:rPr>
              <a:t> = r </a:t>
            </a:r>
            <a:r>
              <a:rPr lang="en-US" sz="1600" dirty="0" smtClean="0">
                <a:solidFill>
                  <a:schemeClr val="tx1"/>
                </a:solidFill>
                <a:latin typeface="Arial"/>
                <a:cs typeface="Arial"/>
              </a:rPr>
              <a:t>(</a:t>
            </a:r>
            <a:r>
              <a:rPr lang="en-US" sz="1600" i="1" dirty="0" err="1" smtClean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lang="en-US" sz="1600" baseline="-25000" dirty="0" err="1" smtClean="0">
                <a:solidFill>
                  <a:schemeClr val="tx1"/>
                </a:solidFill>
                <a:latin typeface="Arial"/>
                <a:cs typeface="Arial"/>
              </a:rPr>
              <a:t>t</a:t>
            </a:r>
            <a:r>
              <a:rPr lang="en-US" sz="1600" dirty="0" smtClean="0">
                <a:solidFill>
                  <a:schemeClr val="tx1"/>
                </a:solidFill>
                <a:latin typeface="Arial"/>
                <a:cs typeface="Arial"/>
              </a:rPr>
              <a:t>) 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ℝ</a:t>
            </a:r>
            <a:endParaRPr lang="en-US" sz="1600" dirty="0" smtClean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  <a:sym typeface="Symbol" charset="0"/>
            </a:endParaRPr>
          </a:p>
          <a:p>
            <a:pPr eaLnBrk="1" hangingPunct="1"/>
            <a:endParaRPr lang="en-US" sz="1600" i="1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8887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50"/>
          <p:cNvSpPr/>
          <p:nvPr/>
        </p:nvSpPr>
        <p:spPr>
          <a:xfrm>
            <a:off x="7159625" y="2278063"/>
            <a:ext cx="298450" cy="2857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Ellipse 7"/>
          <p:cNvSpPr/>
          <p:nvPr/>
        </p:nvSpPr>
        <p:spPr>
          <a:xfrm>
            <a:off x="1393825" y="3916363"/>
            <a:ext cx="298450" cy="2873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Connecteur droit 14"/>
          <p:cNvCxnSpPr>
            <a:endCxn id="9" idx="1"/>
          </p:cNvCxnSpPr>
          <p:nvPr/>
        </p:nvCxnSpPr>
        <p:spPr>
          <a:xfrm>
            <a:off x="755650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9" idx="3"/>
          </p:cNvCxnSpPr>
          <p:nvPr/>
        </p:nvCxnSpPr>
        <p:spPr>
          <a:xfrm>
            <a:off x="3203575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3" idx="1"/>
          </p:cNvCxnSpPr>
          <p:nvPr/>
        </p:nvCxnSpPr>
        <p:spPr>
          <a:xfrm flipH="1">
            <a:off x="755650" y="2420938"/>
            <a:ext cx="936625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692275" y="2133600"/>
            <a:ext cx="1295400" cy="574675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7813" y="3683000"/>
            <a:ext cx="1655762" cy="742950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Environment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20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755650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3995738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>
            <a:endCxn id="3" idx="3"/>
          </p:cNvCxnSpPr>
          <p:nvPr/>
        </p:nvCxnSpPr>
        <p:spPr>
          <a:xfrm flipH="1">
            <a:off x="2987675" y="2420938"/>
            <a:ext cx="10080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ZoneTexte 30"/>
          <p:cNvSpPr txBox="1">
            <a:spLocks noChangeArrowheads="1"/>
          </p:cNvSpPr>
          <p:nvPr/>
        </p:nvSpPr>
        <p:spPr bwMode="auto">
          <a:xfrm>
            <a:off x="395288" y="2060575"/>
            <a:ext cx="1290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Observation</a:t>
            </a:r>
          </a:p>
        </p:txBody>
      </p:sp>
      <p:sp>
        <p:nvSpPr>
          <p:cNvPr id="15372" name="ZoneTexte 47"/>
          <p:cNvSpPr txBox="1">
            <a:spLocks noChangeArrowheads="1"/>
          </p:cNvSpPr>
          <p:nvPr/>
        </p:nvSpPr>
        <p:spPr bwMode="auto">
          <a:xfrm>
            <a:off x="3059113" y="2060575"/>
            <a:ext cx="7556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Action</a:t>
            </a:r>
          </a:p>
        </p:txBody>
      </p:sp>
      <p:sp>
        <p:nvSpPr>
          <p:cNvPr id="15373" name="ZoneTexte 55"/>
          <p:cNvSpPr txBox="1">
            <a:spLocks noChangeArrowheads="1"/>
          </p:cNvSpPr>
          <p:nvPr/>
        </p:nvSpPr>
        <p:spPr bwMode="auto">
          <a:xfrm>
            <a:off x="827088" y="2420938"/>
            <a:ext cx="7699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o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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O</a:t>
            </a:r>
          </a:p>
        </p:txBody>
      </p:sp>
      <p:sp>
        <p:nvSpPr>
          <p:cNvPr id="15374" name="ZoneTexte 56"/>
          <p:cNvSpPr txBox="1">
            <a:spLocks noChangeArrowheads="1"/>
          </p:cNvSpPr>
          <p:nvPr/>
        </p:nvSpPr>
        <p:spPr bwMode="auto">
          <a:xfrm>
            <a:off x="3132138" y="2420938"/>
            <a:ext cx="739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a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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</a:t>
            </a:r>
          </a:p>
        </p:txBody>
      </p:sp>
      <p:cxnSp>
        <p:nvCxnSpPr>
          <p:cNvPr id="43" name="Connecteur droit 42"/>
          <p:cNvCxnSpPr>
            <a:endCxn id="38" idx="3"/>
          </p:cNvCxnSpPr>
          <p:nvPr/>
        </p:nvCxnSpPr>
        <p:spPr bwMode="auto">
          <a:xfrm flipH="1">
            <a:off x="7308850" y="2420938"/>
            <a:ext cx="10080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 bwMode="auto">
          <a:xfrm>
            <a:off x="7524750" y="405447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>
            <a:stCxn id="38" idx="1"/>
          </p:cNvCxnSpPr>
          <p:nvPr/>
        </p:nvCxnSpPr>
        <p:spPr bwMode="auto">
          <a:xfrm flipH="1">
            <a:off x="5076825" y="2420938"/>
            <a:ext cx="1008063" cy="0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 bwMode="auto">
          <a:xfrm>
            <a:off x="6084888" y="2133600"/>
            <a:ext cx="1223962" cy="574675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rgbClr val="000000"/>
                </a:solidFill>
              </a:rPr>
              <a:t>Agent</a:t>
            </a:r>
          </a:p>
        </p:txBody>
      </p:sp>
      <p:cxnSp>
        <p:nvCxnSpPr>
          <p:cNvPr id="40" name="Connecteur droit 39"/>
          <p:cNvCxnSpPr/>
          <p:nvPr/>
        </p:nvCxnSpPr>
        <p:spPr bwMode="auto">
          <a:xfrm flipV="1">
            <a:off x="5076825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 bwMode="auto">
          <a:xfrm>
            <a:off x="5076825" y="4054475"/>
            <a:ext cx="790575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 bwMode="auto">
          <a:xfrm flipV="1">
            <a:off x="8316913" y="2420938"/>
            <a:ext cx="0" cy="163353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2" name="ZoneTexte 48"/>
          <p:cNvSpPr txBox="1">
            <a:spLocks noChangeArrowheads="1"/>
          </p:cNvSpPr>
          <p:nvPr/>
        </p:nvSpPr>
        <p:spPr bwMode="auto">
          <a:xfrm>
            <a:off x="7345363" y="2022475"/>
            <a:ext cx="12112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Experience</a:t>
            </a:r>
          </a:p>
        </p:txBody>
      </p:sp>
      <p:sp>
        <p:nvSpPr>
          <p:cNvPr id="15383" name="ZoneTexte 49"/>
          <p:cNvSpPr txBox="1">
            <a:spLocks noChangeArrowheads="1"/>
          </p:cNvSpPr>
          <p:nvPr/>
        </p:nvSpPr>
        <p:spPr bwMode="auto">
          <a:xfrm>
            <a:off x="4872038" y="2022475"/>
            <a:ext cx="766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Result</a:t>
            </a:r>
          </a:p>
        </p:txBody>
      </p:sp>
      <p:sp>
        <p:nvSpPr>
          <p:cNvPr id="15384" name="ZoneTexte 57"/>
          <p:cNvSpPr txBox="1">
            <a:spLocks noChangeArrowheads="1"/>
          </p:cNvSpPr>
          <p:nvPr/>
        </p:nvSpPr>
        <p:spPr bwMode="auto">
          <a:xfrm>
            <a:off x="5076825" y="2420938"/>
            <a:ext cx="7127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r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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R</a:t>
            </a:r>
          </a:p>
        </p:txBody>
      </p:sp>
      <p:sp>
        <p:nvSpPr>
          <p:cNvPr id="15385" name="ZoneTexte 58"/>
          <p:cNvSpPr txBox="1">
            <a:spLocks noChangeArrowheads="1"/>
          </p:cNvSpPr>
          <p:nvPr/>
        </p:nvSpPr>
        <p:spPr bwMode="auto">
          <a:xfrm>
            <a:off x="7569200" y="2420938"/>
            <a:ext cx="7477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e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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</a:t>
            </a:r>
          </a:p>
        </p:txBody>
      </p:sp>
      <p:sp>
        <p:nvSpPr>
          <p:cNvPr id="13" name="Triangle isocèle 12"/>
          <p:cNvSpPr/>
          <p:nvPr/>
        </p:nvSpPr>
        <p:spPr>
          <a:xfrm rot="16200000">
            <a:off x="3178175" y="3863975"/>
            <a:ext cx="411163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3" name="Triangle isocèle 52"/>
          <p:cNvSpPr/>
          <p:nvPr/>
        </p:nvSpPr>
        <p:spPr>
          <a:xfrm rot="5400000">
            <a:off x="5699919" y="2240756"/>
            <a:ext cx="409575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867400" y="3670300"/>
            <a:ext cx="1655763" cy="742950"/>
          </a:xfrm>
          <a:prstGeom prst="rect">
            <a:avLst/>
          </a:prstGeom>
          <a:solidFill>
            <a:srgbClr val="F9F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Environment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20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20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389" name="ZoneTexte 55"/>
          <p:cNvSpPr txBox="1">
            <a:spLocks noChangeArrowheads="1"/>
          </p:cNvSpPr>
          <p:nvPr/>
        </p:nvSpPr>
        <p:spPr bwMode="auto">
          <a:xfrm>
            <a:off x="755650" y="3068638"/>
            <a:ext cx="9350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o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= 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f 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(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)</a:t>
            </a:r>
            <a:endParaRPr lang="en-US" sz="1600" i="1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5390" name="ZoneTexte 56"/>
          <p:cNvSpPr txBox="1">
            <a:spLocks noChangeArrowheads="1"/>
          </p:cNvSpPr>
          <p:nvPr/>
        </p:nvSpPr>
        <p:spPr bwMode="auto">
          <a:xfrm>
            <a:off x="5076825" y="3068638"/>
            <a:ext cx="1058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r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= 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f 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(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e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,</a:t>
            </a:r>
            <a:r>
              <a:rPr lang="en-US" sz="1600" i="1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)</a:t>
            </a:r>
            <a:endParaRPr lang="en-US" sz="1600" i="1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55123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50"/>
          <p:cNvSpPr/>
          <p:nvPr/>
        </p:nvSpPr>
        <p:spPr>
          <a:xfrm>
            <a:off x="7159625" y="2244428"/>
            <a:ext cx="298450" cy="2857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43" name="Connecteur droit 42"/>
          <p:cNvCxnSpPr>
            <a:endCxn id="38" idx="3"/>
          </p:cNvCxnSpPr>
          <p:nvPr/>
        </p:nvCxnSpPr>
        <p:spPr bwMode="auto">
          <a:xfrm flipH="1" flipV="1">
            <a:off x="7308850" y="2384128"/>
            <a:ext cx="1008063" cy="3175"/>
          </a:xfrm>
          <a:prstGeom prst="line">
            <a:avLst/>
          </a:prstGeom>
          <a:ln>
            <a:solidFill>
              <a:schemeClr val="tx1"/>
            </a:solidFill>
            <a:headEnd type="none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 bwMode="auto">
          <a:xfrm>
            <a:off x="7524750" y="3744615"/>
            <a:ext cx="79216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>
            <a:stCxn id="38" idx="1"/>
          </p:cNvCxnSpPr>
          <p:nvPr/>
        </p:nvCxnSpPr>
        <p:spPr bwMode="auto">
          <a:xfrm flipH="1">
            <a:off x="5076825" y="2384128"/>
            <a:ext cx="1008063" cy="3175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 bwMode="auto">
          <a:xfrm>
            <a:off x="6084888" y="2025353"/>
            <a:ext cx="1223962" cy="719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rgbClr val="000000"/>
                </a:solidFill>
              </a:rPr>
              <a:t>Agent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0" name="Connecteur droit 39"/>
          <p:cNvCxnSpPr/>
          <p:nvPr/>
        </p:nvCxnSpPr>
        <p:spPr bwMode="auto">
          <a:xfrm flipV="1">
            <a:off x="5076056" y="2387303"/>
            <a:ext cx="769" cy="136810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 bwMode="auto">
          <a:xfrm>
            <a:off x="5076825" y="3744615"/>
            <a:ext cx="790575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 bwMode="auto">
          <a:xfrm flipV="1">
            <a:off x="8316416" y="2387303"/>
            <a:ext cx="497" cy="136810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06" name="ZoneTexte 48"/>
          <p:cNvSpPr txBox="1">
            <a:spLocks noChangeArrowheads="1"/>
          </p:cNvSpPr>
          <p:nvPr/>
        </p:nvSpPr>
        <p:spPr bwMode="auto">
          <a:xfrm>
            <a:off x="7339790" y="1988840"/>
            <a:ext cx="12224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Experiment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6407" name="ZoneTexte 49"/>
          <p:cNvSpPr txBox="1">
            <a:spLocks noChangeArrowheads="1"/>
          </p:cNvSpPr>
          <p:nvPr/>
        </p:nvSpPr>
        <p:spPr bwMode="auto">
          <a:xfrm>
            <a:off x="4872038" y="1988840"/>
            <a:ext cx="766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Result</a:t>
            </a:r>
          </a:p>
        </p:txBody>
      </p:sp>
      <p:sp>
        <p:nvSpPr>
          <p:cNvPr id="16408" name="ZoneTexte 57"/>
          <p:cNvSpPr txBox="1">
            <a:spLocks noChangeArrowheads="1"/>
          </p:cNvSpPr>
          <p:nvPr/>
        </p:nvSpPr>
        <p:spPr bwMode="auto">
          <a:xfrm>
            <a:off x="5076825" y="2387303"/>
            <a:ext cx="7701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r</a:t>
            </a:r>
            <a:r>
              <a:rPr lang="en-US" sz="16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R</a:t>
            </a:r>
          </a:p>
        </p:txBody>
      </p:sp>
      <p:sp>
        <p:nvSpPr>
          <p:cNvPr id="16409" name="ZoneTexte 58"/>
          <p:cNvSpPr txBox="1">
            <a:spLocks noChangeArrowheads="1"/>
          </p:cNvSpPr>
          <p:nvPr/>
        </p:nvSpPr>
        <p:spPr bwMode="auto">
          <a:xfrm>
            <a:off x="7569200" y="2387303"/>
            <a:ext cx="8046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e</a:t>
            </a:r>
            <a:r>
              <a:rPr lang="en-US" sz="1600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</a:t>
            </a:r>
            <a:r>
              <a:rPr lang="en-US" sz="1600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 </a:t>
            </a:r>
            <a:r>
              <a:rPr lang="en-US" sz="1600" i="1" dirty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</a:t>
            </a:r>
          </a:p>
        </p:txBody>
      </p:sp>
      <p:sp>
        <p:nvSpPr>
          <p:cNvPr id="53" name="Triangle isocèle 52"/>
          <p:cNvSpPr/>
          <p:nvPr/>
        </p:nvSpPr>
        <p:spPr>
          <a:xfrm rot="5400000">
            <a:off x="5699919" y="2207121"/>
            <a:ext cx="409575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867400" y="3395365"/>
            <a:ext cx="1655763" cy="7429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21544934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3554</TotalTime>
  <Words>122</Words>
  <Application>Microsoft Macintosh PowerPoint</Application>
  <PresentationFormat>Présentation à l'écran (4:3)</PresentationFormat>
  <Paragraphs>56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Georgeon</dc:creator>
  <cp:lastModifiedBy>Olivier Georgeon</cp:lastModifiedBy>
  <cp:revision>11</cp:revision>
  <dcterms:created xsi:type="dcterms:W3CDTF">2014-09-08T08:11:43Z</dcterms:created>
  <dcterms:modified xsi:type="dcterms:W3CDTF">2015-06-08T15:55:03Z</dcterms:modified>
</cp:coreProperties>
</file>